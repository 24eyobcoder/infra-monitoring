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640080" cy="64008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Calibri"/>
              </a:rPr>
              <a:t>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400" b="1">
                <a:solidFill>
                  <a:srgbClr val="E4E9F0"/>
                </a:solidFill>
                <a:latin typeface="Calibri"/>
              </a:rPr>
              <a:t>InfraWatch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3154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0">
                <a:solidFill>
                  <a:srgbClr val="38BDF8"/>
                </a:solidFill>
                <a:latin typeface="Calibri"/>
              </a:rPr>
              <a:t>AI-Augmented Infrastructure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9AA5B4"/>
                </a:solidFill>
                <a:latin typeface="Calibri"/>
              </a:rPr>
              <a:t>Live device health · AI-summarized alerts · Telegram push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PROTOTYPE DEMO</a:t>
            </a:r>
            <a:r>
              <a:rPr sz="1300" b="0">
                <a:solidFill>
                  <a:srgbClr val="9AA5B4"/>
                </a:solidFill>
                <a:latin typeface="Consolas"/>
              </a:rPr>
              <a:t>    eTech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Raw monitoring alerts are cryptic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Munin emits lines like "temp1 is 89.00 (outside range [:70.0])" — hard to read under pressure.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Alerts are scattered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buried in emails/logs; no single place to see what's on fire right now.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No fast human context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on-call staff waste time decoding metrics instead of acting.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No history for review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no record of what happened, when, or how often.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What InfraWatch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Watches infrastructure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pings hosts, checks HTTP/ports/SNMP/UPS, shows live up / degraded / down status.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Understands Munin alerts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receives threshold breaches via a webhook from the existing Munin setup.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Explains them with AI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Google Gemini rewrites each alert into a plain-English summary + suggested action.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Notifies instantly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pushes the summary to a Telegram channel for the on-call team.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Remembers everything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stores every alert with a timestamp in SQLite for a dedicated report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874519" cy="91440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768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Munin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24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AA5B4"/>
                </a:solidFill>
                <a:latin typeface="Consolas"/>
              </a:rPr>
              <a:t>threshold
breach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40487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148840"/>
            <a:ext cx="1874519" cy="91440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9AA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22768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9AA5B4"/>
                </a:solidFill>
                <a:latin typeface="Calibri"/>
              </a:rPr>
              <a:t>Webhook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624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AA5B4"/>
                </a:solidFill>
                <a:latin typeface="Consolas"/>
              </a:rPr>
              <a:t>munin-webhook.py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0487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148840"/>
            <a:ext cx="1874519" cy="91440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2768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24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AA5B4"/>
                </a:solidFill>
                <a:latin typeface="Consolas"/>
              </a:rPr>
              <a:t>/api/munin-alert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0487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2148840"/>
            <a:ext cx="1874519" cy="91440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2768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Gemini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624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AA5B4"/>
                </a:solidFill>
                <a:latin typeface="Consolas"/>
              </a:rPr>
              <a:t>summarize
+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0487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000" b="1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19" y="2148840"/>
            <a:ext cx="1874519" cy="91440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276856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6243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9AA5B4"/>
                </a:solidFill>
                <a:latin typeface="Consolas"/>
              </a:rPr>
              <a:t>store w/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840480"/>
            <a:ext cx="1874519" cy="82296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93192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2611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9AA5B4"/>
                </a:solidFill>
                <a:latin typeface="Consolas"/>
              </a:rPr>
              <a:t>live + top criticals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3840480"/>
            <a:ext cx="1874519" cy="822960"/>
          </a:xfrm>
          <a:prstGeom prst="roundRect">
            <a:avLst/>
          </a:prstGeom>
          <a:solidFill>
            <a:srgbClr val="121822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393192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Telegram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6110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9AA5B4"/>
                </a:solidFill>
                <a:latin typeface="Consolas"/>
              </a:rPr>
              <a:t>channel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AA5B4"/>
                </a:solidFill>
                <a:latin typeface="Consolas"/>
              </a:rPr>
              <a:t>SQLite feeds both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Parallel: </a:t>
            </a:r>
            <a:r>
              <a:rPr sz="1400" b="0">
                <a:solidFill>
                  <a:srgbClr val="E4E9F0"/>
                </a:solidFill>
                <a:latin typeface="Calibri"/>
              </a:rPr>
              <a:t>a 30s monitor loop checks every device (ping / HTTP / port / SNMP / UPS) → </a:t>
            </a:r>
            <a:r>
              <a:rPr sz="1300" b="0">
                <a:solidFill>
                  <a:srgbClr val="38BDF8"/>
                </a:solidFill>
                <a:latin typeface="Consolas"/>
              </a:rPr>
              <a:t>/api/status</a:t>
            </a:r>
            <a:r>
              <a:rPr sz="1400" b="0">
                <a:solidFill>
                  <a:srgbClr val="E4E9F0"/>
                </a:solidFill>
                <a:latin typeface="Calibri"/>
              </a:rPr>
              <a:t> → live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Built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933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onsolas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984248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Node.js · Express · nodemon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32887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5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AI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42615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Google Gemini (gemini-2.5-flash) via @google/genai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91255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onsolas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300983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SQLite (better-sqlite3) — alerts with timestamps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9623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68495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Alerting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959351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Munin (munin-node) + Python webhook contact 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07991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2686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onsolas"/>
              </a:rP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617719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Telegram Bot API (IPv4-forced HTTPS)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66359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8523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onsolas"/>
              </a:rPr>
              <a:t>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276087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ICMP ping · HTTP · TCP port · SNMP · UPS battery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24727"/>
            <a:ext cx="2377440" cy="566928"/>
          </a:xfrm>
          <a:prstGeom prst="round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4359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onsolas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934455"/>
            <a:ext cx="7863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4E9F0"/>
                </a:solidFill>
                <a:latin typeface="Calibri"/>
              </a:rPr>
              <a:t>Vanilla HTML / CSS / JS — dashboard + report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Real-time status grid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every device shown as Online / Degraded / Offline, grouped, with uptime bars.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Summary tiles &amp; banner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instant count of total / up / degraded / down.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Critical Issues panel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shows the 3 most recent CRITICAL alerts with their AI summary.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Filter &amp; search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issues-only view, search by name or IP; light/dark theme.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Auto-refresh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polls every 10 seconds — no reload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Feature 2 — 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AI alert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9AA5B4"/>
                </a:solidFill>
                <a:latin typeface="Consolas"/>
              </a:rPr>
              <a:t>RAW MUNIN (in)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12080" cy="1554480"/>
          </a:xfrm>
          <a:prstGeom prst="roundRect">
            <a:avLst/>
          </a:prstGeom>
          <a:solidFill>
            <a:srgbClr val="121822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4E9F0"/>
                </a:solidFill>
                <a:latin typeface="Consolas"/>
              </a:rPr>
              <a:t>localhost.localdomain :: Temperatures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onsolas"/>
              </a:rPr>
              <a:t>CRITICALs: temp1 is 89.00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onsolas"/>
              </a:rPr>
              <a:t>(outside range [:70.0]).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9AA5B4"/>
                </a:solidFill>
                <a:latin typeface="Consolas"/>
              </a:rPr>
              <a:t>AI SUMMARY (out)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148840"/>
            <a:ext cx="5120640" cy="1554480"/>
          </a:xfrm>
          <a:prstGeom prst="roundRect">
            <a:avLst/>
          </a:prstGeom>
          <a:solidFill>
            <a:srgbClr val="1218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4E9F0"/>
                </a:solidFill>
                <a:latin typeface="Calibri"/>
              </a:rPr>
              <a:t>The temperature on localhost.localdomain is critically high at 89°C, exceeding the 70°C limit. Please check the server's cooling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500" b="1">
                <a:solidFill>
                  <a:srgbClr val="E4E9F0"/>
                </a:solidFill>
                <a:latin typeface="Calibri"/>
              </a:rPr>
              <a:t>Prompted as an ops assistant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plain English, names the host &amp; metric, ends with a next step.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500" b="1">
                <a:solidFill>
                  <a:srgbClr val="E4E9F0"/>
                </a:solidFill>
                <a:latin typeface="Calibri"/>
              </a:rPr>
              <a:t>Resilient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1 retry on transient errors, fails fast on quota/4xx, then a numbers-based fallback.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500" b="1">
                <a:solidFill>
                  <a:srgbClr val="E4E9F0"/>
                </a:solidFill>
                <a:latin typeface="Calibri"/>
              </a:rPr>
              <a:t>Never blocks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if AI is down, the alert still shows the real readings.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Munin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Uses existing Munin setup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no new agents — hooks into Munin's own threshold alerting.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Contact webhook script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munin.conf runs munin-webhook.py on every warning/critical.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Parses the alert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extracts host, title, severity and the real problem lines (drops healthy 'OK' readings).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POSTs clean JSON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to /api/munin-alert — the single entry point for the AI + storage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Telegram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Instant channel push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every alert's AI summary (or fallback) posts to a Telegram channel.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Severity at a glance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color-coded emoji, host, metric and timestamp in each message.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Fire-and-forget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never blocks or breaks the webhook; logs its own errors.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Hardened delivery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forces IPv4 — Telegram's IPv6 path was unreachable on the test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Persistence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Every alert is stored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SQLite row with severity, host, metric, AI summary and ISO timestamp.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Dedicated report page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/report — totals, by-severity, by-host, daily trend, full alert table.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Time windows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24h / 7d / 30d / all-time presets; CSV export for sharing.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Dismiss ≠ delete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dismissing clears the dashboard but keeps the row for the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Built to degrade gracefully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Engineering for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AI down? Still useful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fallback message shows the actual breached readings (the numbers).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Smart retries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retry transient network/5xx errors; fail fast on bad-key/quota (no wasted waits).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Free-tier aware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handles Gemini's daily quota — falls back instead of erroring.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Network-hardened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IPv4-forced Telegram calls after diagnosing a broken IPv6 route.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Non-blocking pipeline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storage and notification never delay the Munin webhook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What to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" cy="502920"/>
          </a:xfrm>
          <a:prstGeom prst="roundRect">
            <a:avLst/>
          </a:prstGeom>
          <a:solidFill>
            <a:srgbClr val="1B2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025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3852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E4E9F0"/>
                </a:solidFill>
                <a:latin typeface="Calibri"/>
              </a:rPr>
              <a:t>Open the dashboard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live device grid, status tiles, theme toggle.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33472"/>
            <a:ext cx="502920" cy="502920"/>
          </a:xfrm>
          <a:prstGeom prst="roundRect">
            <a:avLst/>
          </a:prstGeom>
          <a:solidFill>
            <a:srgbClr val="1B2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157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E4E9F0"/>
                </a:solidFill>
                <a:latin typeface="Calibri"/>
              </a:rPr>
              <a:t>Trigger a Munin alert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force a check (sudo -u munin munin-cron) or POST a sample payload.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4"/>
            <a:ext cx="502920" cy="502920"/>
          </a:xfrm>
          <a:prstGeom prst="roundRect">
            <a:avLst/>
          </a:prstGeom>
          <a:solidFill>
            <a:srgbClr val="1B2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6499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E4E9F0"/>
                </a:solidFill>
                <a:latin typeface="Calibri"/>
              </a:rPr>
              <a:t>Watch it flow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AI summary appears in the Critical Issues panel within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59936"/>
            <a:ext cx="502920" cy="502920"/>
          </a:xfrm>
          <a:prstGeom prst="roundRect">
            <a:avLst/>
          </a:prstGeom>
          <a:solidFill>
            <a:srgbClr val="1B2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782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E4E9F0"/>
                </a:solidFill>
                <a:latin typeface="Calibri"/>
              </a:rPr>
              <a:t>Check Telegram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the same summary lands in the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73168"/>
            <a:ext cx="502920" cy="502920"/>
          </a:xfrm>
          <a:prstGeom prst="roundRect">
            <a:avLst/>
          </a:prstGeom>
          <a:solidFill>
            <a:srgbClr val="1B222E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554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91456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E4E9F0"/>
                </a:solidFill>
                <a:latin typeface="Calibri"/>
              </a:rPr>
              <a:t>Open /report</a:t>
            </a:r>
            <a:r>
              <a:rPr sz="1500" b="0">
                <a:solidFill>
                  <a:srgbClr val="9AA5B4"/>
                </a:solidFill>
                <a:latin typeface="Calibri"/>
              </a:rPr>
              <a:t>  —  totals, trend, full history; export 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onsolas"/>
              </a:rPr>
              <a:t>INFRAWATCH</a:t>
            </a:r>
            <a:r>
              <a:rPr sz="1200" b="0">
                <a:solidFill>
                  <a:srgbClr val="9AA5B4"/>
                </a:solidFill>
                <a:latin typeface="Consolas"/>
              </a:rPr>
              <a:t>  ·  Prototype →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E4E9F0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Deploy to a VPS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always-on host for the monitor loop + persistent SQLite (serverless can't run either).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Scale the data layer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move to Postgres / hosted DB as alert volume grows.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Higher AI throughput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enable Gemini billing to lift the free-tier daily cap.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More notify channels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email / Slack / on-call escalation alongside Telegram.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Auth &amp; multi-tenant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logins, per-team channels, role-based views.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●  </a:t>
            </a:r>
            <a:r>
              <a:rPr sz="1700" b="1">
                <a:solidFill>
                  <a:srgbClr val="E4E9F0"/>
                </a:solidFill>
                <a:latin typeface="Calibri"/>
              </a:rPr>
              <a:t>Alert correlation</a:t>
            </a:r>
            <a:r>
              <a:rPr sz="1700" b="0">
                <a:solidFill>
                  <a:srgbClr val="9AA5B4"/>
                </a:solidFill>
                <a:latin typeface="Calibri"/>
              </a:rPr>
              <a:t>  —  group related alerts; let the AI spot patterns across hosts.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E4E9F0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520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38BDF8"/>
                </a:solidFill>
                <a:latin typeface="Calibri"/>
              </a:rPr>
              <a:t>InfraWatch — turning raw infra alerts into clear, actionable, AI-summarized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97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9AA5B4"/>
                </a:solidFill>
                <a:latin typeface="Consolas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